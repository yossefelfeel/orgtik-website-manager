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FFFF"/>
                </a:solidFill>
                <a:latin typeface="Segoe UI"/>
              </a:rPr>
              <a:t>Welcome to Orgtik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810000"/>
            <a:ext cx="10363200" cy="13716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2400" dirty="0">
                <a:solidFill>
                  <a:srgbClr val="EDE9FE"/>
                </a:solidFill>
                <a:latin typeface="Segoe UI"/>
              </a:rPr>
              <a:t>Your first week, the people you will meet and the tools you will use</a:t>
            </a:r>
          </a:p>
          <a:p>
            <a:pPr>
              <a:buNone/>
            </a:pPr>
            <a:r>
              <a:rPr lang="en-US" sz="2400" dirty="0">
                <a:solidFill>
                  <a:srgbClr val="EDE9FE"/>
                </a:solidFill>
                <a:latin typeface="Segoe UI"/>
              </a:rPr>
              <a:t>Human Resources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Who we are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140 people in Cairo, Riyadh and Dubai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320 customers across Egypt and the GCC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One connected suite: Tasks, Files, Sales, HR, Marketing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Welcome to Orgtik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Your first week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Sunday: welcome session and office tour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Monday: tools setup with IT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Tuesday: meet your team and buddy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Thursday: ship your first small task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Welcome to Orgtik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135CD"/>
          </a:solidFill>
          <a:ln>
            <a:noFill/>
          </a:ln>
        </p:spPr>
        <p:txBody>
          <a:bodyPr wrap="square" rtlCol="0" anchor="t">
            <a:normAutofit/>
          </a:bodyPr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  <a:noFill/>
        </p:spPr>
        <p:txBody>
          <a:bodyPr wrap="square" rtlCol="0" anchor="b"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1E1B4B"/>
                </a:solidFill>
                <a:latin typeface="Segoe UI"/>
              </a:rPr>
              <a:t>Where to get help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685800" y="1828800"/>
            <a:ext cx="10820400" cy="438912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HR: Rana Saad - hr@orgtik.test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IT: Mahmoud Gamal - it@orgtik.test</a:t>
            </a:r>
          </a:p>
          <a:p>
            <a:pPr marL="457200" indent="-342900">
              <a:spcBef>
                <a:spcPts val="900"/>
              </a:spcBef>
              <a:buFont typeface="Arial"/>
              <a:buChar char="•"/>
            </a:pPr>
            <a:r>
              <a:rPr lang="en-US" sz="2400" dirty="0">
                <a:solidFill>
                  <a:srgbClr val="374151"/>
                </a:solidFill>
                <a:latin typeface="Segoe UI"/>
              </a:rPr>
              <a:t>Handbook: HR Documents / Policies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85800" y="6309360"/>
            <a:ext cx="10820400" cy="36576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>
              <a:buNone/>
            </a:pPr>
            <a:r>
              <a:rPr lang="en-US" sz="1100" dirty="0">
                <a:solidFill>
                  <a:srgbClr val="9CA3AF"/>
                </a:solidFill>
                <a:latin typeface="Segoe UI"/>
              </a:rPr>
              <a:t>Orgtik  |  Welcome to Orgtik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tik">
  <a:themeElements>
    <a:clrScheme name="Orgtik">
      <a:dk1>
        <a:sysClr val="windowText" lastClr="000000"/>
      </a:dk1>
      <a:lt1>
        <a:sysClr val="window" lastClr="FFFFFF"/>
      </a:lt1>
      <a:dk2>
        <a:srgbClr val="1E1B4B"/>
      </a:dk2>
      <a:lt2>
        <a:srgbClr val="F5F3FF"/>
      </a:lt2>
      <a:accent1>
        <a:srgbClr val="8135CD"/>
      </a:accent1>
      <a:accent2>
        <a:srgbClr val="FF692E"/>
      </a:accent2>
      <a:accent3>
        <a:srgbClr val="32ABB9"/>
      </a:accent3>
      <a:accent4>
        <a:srgbClr val="0061FF"/>
      </a:accent4>
      <a:accent5>
        <a:srgbClr val="F59E0B"/>
      </a:accent5>
      <a:accent6>
        <a:srgbClr val="10B981"/>
      </a:accent6>
      <a:hlink>
        <a:srgbClr val="0061FF"/>
      </a:hlink>
      <a:folHlink>
        <a:srgbClr val="7C3AED"/>
      </a:folHlink>
    </a:clrScheme>
    <a:fontScheme name="Orgtik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rgti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Orgtik LLC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Orgtik</dc:title>
  <dc:creator>Orgtik LLC</dc:creator>
  <cp:lastModifiedBy>Orgtik LLC</cp:lastModifiedBy>
  <dcterms:created xsi:type="dcterms:W3CDTF">2026-09-01T09:00:00Z</dcterms:created>
  <dcterms:modified xsi:type="dcterms:W3CDTF">2026-09-20T09:00:00Z</dcterms:modified>
</cp:coreProperties>
</file>